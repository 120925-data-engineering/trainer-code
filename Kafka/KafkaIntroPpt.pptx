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2311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5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1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680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98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4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6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8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49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33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55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8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73830-C054-424A-99B8-A48D4960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743804"/>
            <a:ext cx="4102609" cy="3793482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Apache Kafka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92B2A-F291-42D7-8812-B8C7DF5B9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691564"/>
            <a:ext cx="4102609" cy="1422631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CGZT-2327</a:t>
            </a:r>
          </a:p>
        </p:txBody>
      </p:sp>
      <p:pic>
        <p:nvPicPr>
          <p:cNvPr id="39" name="Picture 3" descr="A close-up of a flag&#10;&#10;Description automatically generated with medium confidence">
            <a:extLst>
              <a:ext uri="{FF2B5EF4-FFF2-40B4-BE49-F238E27FC236}">
                <a16:creationId xmlns:a16="http://schemas.microsoft.com/office/drawing/2014/main" id="{191E07DD-8084-4E8F-A713-CC94D22C31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2"/>
          <a:stretch/>
        </p:blipFill>
        <p:spPr>
          <a:xfrm>
            <a:off x="5349241" y="10"/>
            <a:ext cx="684275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91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A7A12F-ED17-4463-8AB5-6FD1A5D05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4883" y="1401003"/>
            <a:ext cx="9302232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0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B0C07E-48F4-4959-8D0D-DC786C543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6464" y="1401003"/>
            <a:ext cx="7099070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37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918F7D-7EC2-4C75-8517-37F676C8B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9268" y="1401003"/>
            <a:ext cx="7493463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64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CDEDF8-7647-46C0-8729-495EF944C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4036" y="1401003"/>
            <a:ext cx="7323927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04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212316-3FD2-4C70-964C-5BCC9D4E3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8858" y="1401003"/>
            <a:ext cx="8474282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33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3738B3-D87F-41ED-A1C7-2ED2579DF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655" y="1401003"/>
            <a:ext cx="8174688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0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507023-F99C-4662-912F-DF9DE81521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531" y="1401003"/>
            <a:ext cx="7290937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9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518117-EB8D-48CC-B802-C29DFFB213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5773" y="1401003"/>
            <a:ext cx="8300452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51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AF54D4-75C9-4F36-A7C6-092B21147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6497" y="1401003"/>
            <a:ext cx="7599005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6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ED1ED-07DD-4426-BE1A-A3F53739E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3642" y="1401003"/>
            <a:ext cx="7424715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43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A86B0E-3B92-4C09-8143-FCBDC0694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9660" y="1401003"/>
            <a:ext cx="8052678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77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18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6" name="Rectangle 20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E1BB9D-FAFF-4C3E-9E44-13F8FBABC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7C897C6-901F-410E-B2AC-162ED94B0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8BD69-2A4E-4630-90B1-4CD20FAC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667" y="1517904"/>
            <a:ext cx="5370237" cy="279694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6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0BF27-9AD6-4D82-BC4F-910D58867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520" y="1087070"/>
            <a:ext cx="9062719" cy="425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41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B5583F-9936-4BDA-ACE1-E24A66B9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FA5E6A-13E6-455B-A96B-92795735B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2218" y="1401003"/>
            <a:ext cx="7707563" cy="4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4671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AnalogousFromRegularSeedLeftStep">
      <a:dk1>
        <a:srgbClr val="000000"/>
      </a:dk1>
      <a:lt1>
        <a:srgbClr val="FFFFFF"/>
      </a:lt1>
      <a:dk2>
        <a:srgbClr val="213A3A"/>
      </a:dk2>
      <a:lt2>
        <a:srgbClr val="E8E4E2"/>
      </a:lt2>
      <a:accent1>
        <a:srgbClr val="299BE7"/>
      </a:accent1>
      <a:accent2>
        <a:srgbClr val="13B3B0"/>
      </a:accent2>
      <a:accent3>
        <a:srgbClr val="21B876"/>
      </a:accent3>
      <a:accent4>
        <a:srgbClr val="14BC2D"/>
      </a:accent4>
      <a:accent5>
        <a:srgbClr val="4AB921"/>
      </a:accent5>
      <a:accent6>
        <a:srgbClr val="7FB113"/>
      </a:accent6>
      <a:hlink>
        <a:srgbClr val="BC703E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3</Words>
  <Application>Microsoft Office PowerPoint</Application>
  <PresentationFormat>Widescreen</PresentationFormat>
  <Paragraphs>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Aharoni</vt:lpstr>
      <vt:lpstr>Arial</vt:lpstr>
      <vt:lpstr>Avenir Next LT Pro</vt:lpstr>
      <vt:lpstr>PrismaticVTI</vt:lpstr>
      <vt:lpstr>Apache Kafka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Kafka</dc:title>
  <dc:creator>Jismi Mary</dc:creator>
  <cp:lastModifiedBy>Jonathan De La Cruz</cp:lastModifiedBy>
  <cp:revision>4</cp:revision>
  <dcterms:created xsi:type="dcterms:W3CDTF">2021-05-24T19:16:32Z</dcterms:created>
  <dcterms:modified xsi:type="dcterms:W3CDTF">2025-12-22T16:02:23Z</dcterms:modified>
</cp:coreProperties>
</file>